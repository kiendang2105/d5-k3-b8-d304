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1a33757cc41a3" /><Relationship Type="http://schemas.openxmlformats.org/officeDocument/2006/relationships/extended-properties" Target="/docProps/app.xml" Id="R36f1c3df960f42cf" /><Relationship Type="http://schemas.openxmlformats.org/officeDocument/2006/relationships/officeDocument" Target="/ppt/presentation.xml" Id="Rfdf549c35824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dedb452fe41c9"/>
  </p:sldMasterIdLst>
  <p:notesMasterIdLst>
    <p:notesMasterId xmlns:r="http://schemas.openxmlformats.org/officeDocument/2006/relationships" r:id="R55d3ee75b5b443f7"/>
  </p:notesMasterIdLst>
  <p:sldIdLst>
    <p:sldId xmlns:r="http://schemas.openxmlformats.org/officeDocument/2006/relationships" id="256" r:id="R4795118c485a4895"/>
    <p:sldId xmlns:r="http://schemas.openxmlformats.org/officeDocument/2006/relationships" id="257" r:id="Rf24a7a016eef414c"/>
    <p:sldId xmlns:r="http://schemas.openxmlformats.org/officeDocument/2006/relationships" id="258" r:id="R3f812a7bab424763"/>
    <p:sldId xmlns:r="http://schemas.openxmlformats.org/officeDocument/2006/relationships" id="259" r:id="Ra90217eaa2224d3d"/>
    <p:sldId xmlns:r="http://schemas.openxmlformats.org/officeDocument/2006/relationships" id="260" r:id="R53c5fe636b174a28"/>
    <p:sldId xmlns:r="http://schemas.openxmlformats.org/officeDocument/2006/relationships" id="261" r:id="R033f34633cad4a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205feee5964279" /><Relationship Type="http://schemas.openxmlformats.org/officeDocument/2006/relationships/slideMaster" Target="/ppt/slideMasters/slideMaster1.xml" Id="Re71dedb452fe41c9" /><Relationship Type="http://schemas.openxmlformats.org/officeDocument/2006/relationships/notesMaster" Target="/ppt/notesMasters/notesMaster1.xml" Id="R55d3ee75b5b443f7" /><Relationship Type="http://schemas.openxmlformats.org/officeDocument/2006/relationships/presProps" Target="/ppt/presProps.xml" Id="R0ff828af44b140e4" /><Relationship Type="http://schemas.openxmlformats.org/officeDocument/2006/relationships/tableStyles" Target="/ppt/tableStyles.xml" Id="R7abba4648a59491a" /><Relationship Type="http://schemas.openxmlformats.org/officeDocument/2006/relationships/slide" Target="/ppt/slides/slide1.xml" Id="R4795118c485a4895" /><Relationship Type="http://schemas.openxmlformats.org/officeDocument/2006/relationships/slide" Target="/ppt/slides/slide2.xml" Id="Rf24a7a016eef414c" /><Relationship Type="http://schemas.openxmlformats.org/officeDocument/2006/relationships/slide" Target="/ppt/slides/slide3.xml" Id="R3f812a7bab424763" /><Relationship Type="http://schemas.openxmlformats.org/officeDocument/2006/relationships/slide" Target="/ppt/slides/slide4.xml" Id="Ra90217eaa2224d3d" /><Relationship Type="http://schemas.openxmlformats.org/officeDocument/2006/relationships/slide" Target="/ppt/slides/slide5.xml" Id="R53c5fe636b174a28" /><Relationship Type="http://schemas.openxmlformats.org/officeDocument/2006/relationships/slide" Target="/ppt/slides/slide6.xml" Id="R033f34633cad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2500f0034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7806cb98b430e" /><Relationship Type="http://schemas.openxmlformats.org/officeDocument/2006/relationships/notesMaster" Target="/ppt/notesMasters/notesMaster1.xml" Id="Rddae4ca577b346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bb8132f7bc4819" /><Relationship Type="http://schemas.openxmlformats.org/officeDocument/2006/relationships/notesMaster" Target="/ppt/notesMasters/notesMaster1.xml" Id="R128744e3c25c40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ffd83bfd91498c" /><Relationship Type="http://schemas.openxmlformats.org/officeDocument/2006/relationships/notesMaster" Target="/ppt/notesMasters/notesMaster1.xml" Id="R175ba142cd38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73e0db1964189" /><Relationship Type="http://schemas.openxmlformats.org/officeDocument/2006/relationships/notesMaster" Target="/ppt/notesMasters/notesMaster1.xml" Id="R5b5701350275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4fbc9d4b7c4473" /><Relationship Type="http://schemas.openxmlformats.org/officeDocument/2006/relationships/notesMaster" Target="/ppt/notesMasters/notesMaster1.xml" Id="R1457e6aa5fb24d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3ef0de6d14e1b" /><Relationship Type="http://schemas.openxmlformats.org/officeDocument/2006/relationships/notesMaster" Target="/ppt/notesMasters/notesMaster1.xml" Id="R9eb60593327b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Dữ liệu và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e1561262d46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dff94434a49e7" /><Relationship Type="http://schemas.openxmlformats.org/officeDocument/2006/relationships/slideLayout" Target="/ppt/slideLayouts/slideLayout1.xml" Id="Rb8e143b47e74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143b47e74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34ee242934802" /><Relationship Type="http://schemas.openxmlformats.org/officeDocument/2006/relationships/notesSlide" Target="/ppt/notesSlides/notesSlide1.xml" Id="Rd6d5d145a72e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376c91122413e" /><Relationship Type="http://schemas.openxmlformats.org/officeDocument/2006/relationships/notesSlide" Target="/ppt/notesSlides/notesSlide2.xml" Id="Ra901499deda9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d3a147094002" /><Relationship Type="http://schemas.openxmlformats.org/officeDocument/2006/relationships/notesSlide" Target="/ppt/notesSlides/notesSlide3.xml" Id="R04347cc7905a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67d209fd3494d" /><Relationship Type="http://schemas.openxmlformats.org/officeDocument/2006/relationships/notesSlide" Target="/ppt/notesSlides/notesSlide4.xml" Id="R7af3dd88ecd7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b529180c542fa" /><Relationship Type="http://schemas.openxmlformats.org/officeDocument/2006/relationships/notesSlide" Target="/ppt/notesSlides/notesSlide5.xml" Id="Rf5f87161e315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a572010c04aa1" /><Relationship Type="http://schemas.openxmlformats.org/officeDocument/2006/relationships/notesSlide" Target="/ppt/notesSlides/notesSlide6.xml" Id="Re4ca9e0c6813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6CF7FA1F-21B9-40DC-9E3A-5EBA81C1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Người học cần hiểu hình trên slide ngay lúc tự học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468BDC4C-8715-4F23-A9D0-40143FD4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228FDEB6-53D8-46EA-AB23-13249BE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ser-label">
            <a:extLst xmlns:a="http://schemas.openxmlformats.org/drawingml/2006/main">
              <a:ext uri="{FF2B5EF4-FFF2-40B4-BE49-F238E27FC236}">
                <a16:creationId xmlns:a16="http://schemas.microsoft.com/office/drawing/2014/main" id="{FDB6A271-8112-4D80-BDC6-D2C24CD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5" name="user">
            <a:extLst xmlns:a="http://schemas.openxmlformats.org/drawingml/2006/main">
              <a:ext uri="{FF2B5EF4-FFF2-40B4-BE49-F238E27FC236}">
                <a16:creationId xmlns:a16="http://schemas.microsoft.com/office/drawing/2014/main" id="{F8AB4475-7DC4-429F-AB51-E01DD5D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Sinh viên K3 AI Thực Chiến</a:t>
            </a:r>
          </a:p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khi xem lại slide bài giảng</a:t>
            </a:r>
          </a:p>
        </p:txBody>
      </p:sp>
      <p:sp>
        <p:nvSpPr>
          <p:cNvPr id="6" name="jtbd">
            <a:extLst xmlns:a="http://schemas.openxmlformats.org/drawingml/2006/main">
              <a:ext uri="{FF2B5EF4-FFF2-40B4-BE49-F238E27FC236}">
                <a16:creationId xmlns:a16="http://schemas.microsoft.com/office/drawing/2014/main" id="{4EE320F4-D899-4602-B46E-2AA403B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tbd-label">
            <a:extLst xmlns:a="http://schemas.openxmlformats.org/drawingml/2006/main">
              <a:ext uri="{FF2B5EF4-FFF2-40B4-BE49-F238E27FC236}">
                <a16:creationId xmlns:a16="http://schemas.microsoft.com/office/drawing/2014/main" id="{D957015E-5D36-467A-B560-E09D0FD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1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F1FC"/>
                </a:solidFill>
                <a:latin typeface="Arial"/>
                <a:ea typeface="Arial"/>
                <a:cs typeface="Arial"/>
              </a:rPr>
              <a:t>CORE JTBD</a:t>
            </a:r>
          </a:p>
        </p:txBody>
      </p:sp>
      <p:sp>
        <p:nvSpPr>
          <p:cNvPr id="8" name="jtbd-copy">
            <a:extLst xmlns:a="http://schemas.openxmlformats.org/drawingml/2006/main">
              <a:ext uri="{FF2B5EF4-FFF2-40B4-BE49-F238E27FC236}">
                <a16:creationId xmlns:a16="http://schemas.microsoft.com/office/drawing/2014/main" id="{A63B097C-C4D2-4165-ADFF-407B4C7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90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“Khi xem lại một slide, tôi muốn hiểu sơ đồ, biểu đồ hoặc hình minh hoạ mà không phải chờ hỏi người khác.”</a:t>
            </a:r>
          </a:p>
        </p:txBody>
      </p:sp>
      <p:sp>
        <p:nvSpPr>
          <p:cNvPr id="9" name="pain-label">
            <a:extLst xmlns:a="http://schemas.openxmlformats.org/drawingml/2006/main">
              <a:ext uri="{FF2B5EF4-FFF2-40B4-BE49-F238E27FC236}">
                <a16:creationId xmlns:a16="http://schemas.microsoft.com/office/drawing/2014/main" id="{20DFC0B6-1ABC-47F2-9B1C-BE577AEF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PAIN TỪ GOOGLE FORM  ·  n = 23</a:t>
            </a:r>
          </a:p>
        </p:txBody>
      </p:sp>
      <p:sp>
        <p:nvSpPr>
          <p:cNvPr id="10" name="pct-0">
            <a:extLst xmlns:a="http://schemas.openxmlformats.org/drawingml/2006/main">
              <a:ext uri="{FF2B5EF4-FFF2-40B4-BE49-F238E27FC236}">
                <a16:creationId xmlns:a16="http://schemas.microsoft.com/office/drawing/2014/main" id="{405F473D-275E-461D-A513-6D36918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478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56,5%</a:t>
            </a:r>
          </a:p>
        </p:txBody>
      </p:sp>
      <p:sp>
        <p:nvSpPr>
          <p:cNvPr id="11" name="frac-0">
            <a:extLst xmlns:a="http://schemas.openxmlformats.org/drawingml/2006/main">
              <a:ext uri="{FF2B5EF4-FFF2-40B4-BE49-F238E27FC236}">
                <a16:creationId xmlns:a16="http://schemas.microsoft.com/office/drawing/2014/main" id="{FE4658BD-B1C7-44BF-86A9-1630049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13/23</a:t>
            </a:r>
          </a:p>
        </p:txBody>
      </p:sp>
      <p:sp>
        <p:nvSpPr>
          <p:cNvPr id="12" name="pain-0">
            <a:extLst xmlns:a="http://schemas.openxmlformats.org/drawingml/2006/main">
              <a:ext uri="{FF2B5EF4-FFF2-40B4-BE49-F238E27FC236}">
                <a16:creationId xmlns:a16="http://schemas.microsoft.com/office/drawing/2014/main" id="{240883CA-7BA4-496A-BC4D-27E9E53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288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chưa đọc được ảnh slide</a:t>
            </a:r>
          </a:p>
        </p:txBody>
      </p:sp>
      <p:sp>
        <p:nvSpPr>
          <p:cNvPr id="13" name="rule-0">
            <a:extLst xmlns:a="http://schemas.openxmlformats.org/drawingml/2006/main">
              <a:ext uri="{FF2B5EF4-FFF2-40B4-BE49-F238E27FC236}">
                <a16:creationId xmlns:a16="http://schemas.microsoft.com/office/drawing/2014/main" id="{A43072AE-C901-4F38-BF02-27C738C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ct-1">
            <a:extLst xmlns:a="http://schemas.openxmlformats.org/drawingml/2006/main">
              <a:ext uri="{FF2B5EF4-FFF2-40B4-BE49-F238E27FC236}">
                <a16:creationId xmlns:a16="http://schemas.microsoft.com/office/drawing/2014/main" id="{AC0CB2BC-4694-4E40-B78E-1DC233F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47,8%</a:t>
            </a:r>
          </a:p>
        </p:txBody>
      </p:sp>
      <p:sp>
        <p:nvSpPr>
          <p:cNvPr id="15" name="frac-1">
            <a:extLst xmlns:a="http://schemas.openxmlformats.org/drawingml/2006/main">
              <a:ext uri="{FF2B5EF4-FFF2-40B4-BE49-F238E27FC236}">
                <a16:creationId xmlns:a16="http://schemas.microsoft.com/office/drawing/2014/main" id="{D7661617-C015-480A-806A-977DBB91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6" name="pain-1">
            <a:extLst xmlns:a="http://schemas.openxmlformats.org/drawingml/2006/main">
              <a:ext uri="{FF2B5EF4-FFF2-40B4-BE49-F238E27FC236}">
                <a16:creationId xmlns:a16="http://schemas.microsoft.com/office/drawing/2014/main" id="{CABC20B1-D733-4C6A-97F0-97A8C9AF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 nhận sai vùng cần giải thích</a:t>
            </a:r>
          </a:p>
        </p:txBody>
      </p:sp>
      <p:sp>
        <p:nvSpPr>
          <p:cNvPr id="17" name="rule-1">
            <a:extLst xmlns:a="http://schemas.openxmlformats.org/drawingml/2006/main">
              <a:ext uri="{FF2B5EF4-FFF2-40B4-BE49-F238E27FC236}">
                <a16:creationId xmlns:a16="http://schemas.microsoft.com/office/drawing/2014/main" id="{37BDAE9D-A56A-4BCD-B16D-0C096610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ct-2">
            <a:extLst xmlns:a="http://schemas.openxmlformats.org/drawingml/2006/main">
              <a:ext uri="{FF2B5EF4-FFF2-40B4-BE49-F238E27FC236}">
                <a16:creationId xmlns:a16="http://schemas.microsoft.com/office/drawing/2014/main" id="{B89BA2BB-C45F-40A5-81BC-C77F5282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39,1%</a:t>
            </a:r>
          </a:p>
        </p:txBody>
      </p:sp>
      <p:sp>
        <p:nvSpPr>
          <p:cNvPr id="19" name="frac-2">
            <a:extLst xmlns:a="http://schemas.openxmlformats.org/drawingml/2006/main">
              <a:ext uri="{FF2B5EF4-FFF2-40B4-BE49-F238E27FC236}">
                <a16:creationId xmlns:a16="http://schemas.microsoft.com/office/drawing/2014/main" id="{7FCA869E-6F02-4EF4-A9DB-747CF2DF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9/23</a:t>
            </a:r>
          </a:p>
        </p:txBody>
      </p:sp>
      <p:sp>
        <p:nvSpPr>
          <p:cNvPr id="20" name="pain-2">
            <a:extLst xmlns:a="http://schemas.openxmlformats.org/drawingml/2006/main">
              <a:ext uri="{FF2B5EF4-FFF2-40B4-BE49-F238E27FC236}">
                <a16:creationId xmlns:a16="http://schemas.microsoft.com/office/drawing/2014/main" id="{3AF49D95-F0F2-4C1C-A319-429926AF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chưa đọc hết dữ liệu trong PDF</a:t>
            </a:r>
          </a:p>
        </p:txBody>
      </p:sp>
    </p:spTree>
    <p:extLst>
      <p:ext uri="{BB962C8B-B14F-4D97-AF65-F5344CB8AC3E}">
        <p14:creationId xmlns:p14="http://schemas.microsoft.com/office/powerpoint/2010/main" val="831184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89F1CE6E-1CD6-4E67-8A34-CA9AEB0D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Giải thích đúng vùng hình là lát cắt đáng làm nhất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2404D792-A04C-4D2C-8D6E-32B3BB6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5269141D-B8A2-40E6-AEC6-0DB23A36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E06DD6C3-A2AF-4FFC-BBCF-39060756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ỨNG VIÊN</a:t>
            </a:r>
          </a:p>
        </p:txBody>
      </p:sp>
      <p:sp>
        <p:nvSpPr>
          <p:cNvPr id="5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90AF73EC-9CAF-4249-8D57-E4E73E75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6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0EFE5741-69BC-4204-A8C6-62E5E29A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3CAD3706-6089-4268-AAF6-281C0ADA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candidate-0">
            <a:extLst xmlns:a="http://schemas.openxmlformats.org/drawingml/2006/main">
              <a:ext uri="{FF2B5EF4-FFF2-40B4-BE49-F238E27FC236}">
                <a16:creationId xmlns:a16="http://schemas.microsoft.com/office/drawing/2014/main" id="{A97F3916-B055-4E81-8772-950C88D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Giải thích vùng hình trên slide</a:t>
            </a:r>
          </a:p>
        </p:txBody>
      </p:sp>
      <p:sp>
        <p:nvSpPr>
          <p:cNvPr id="9" name="evidence-0">
            <a:extLst xmlns:a="http://schemas.openxmlformats.org/drawingml/2006/main">
              <a:ext uri="{FF2B5EF4-FFF2-40B4-BE49-F238E27FC236}">
                <a16:creationId xmlns:a16="http://schemas.microsoft.com/office/drawing/2014/main" id="{52E00CC7-122D-43CF-BFAB-25B6F564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13/23 gặp lỗi ảnh;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11/23 chọn sai vùng</a:t>
            </a:r>
          </a:p>
        </p:txBody>
      </p:sp>
      <p:sp>
        <p:nvSpPr>
          <p:cNvPr id="10" name="decision-0">
            <a:extLst xmlns:a="http://schemas.openxmlformats.org/drawingml/2006/main">
              <a:ext uri="{FF2B5EF4-FFF2-40B4-BE49-F238E27FC236}">
                <a16:creationId xmlns:a16="http://schemas.microsoft.com/office/drawing/2014/main" id="{DD93A6A0-9D20-4429-91F1-040D8F1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CHỌN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5520F790-5077-449D-8752-13DCCCC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candidate-1">
            <a:extLst xmlns:a="http://schemas.openxmlformats.org/drawingml/2006/main">
              <a:ext uri="{FF2B5EF4-FFF2-40B4-BE49-F238E27FC236}">
                <a16:creationId xmlns:a16="http://schemas.microsoft.com/office/drawing/2014/main" id="{3C650A11-4317-49B8-9023-8B1CF61B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Bắt tutor luôn trích dẫn trang</a:t>
            </a:r>
          </a:p>
        </p:txBody>
      </p:sp>
      <p:sp>
        <p:nvSpPr>
          <p:cNvPr id="13" name="evidence-1">
            <a:extLst xmlns:a="http://schemas.openxmlformats.org/drawingml/2006/main">
              <a:ext uri="{FF2B5EF4-FFF2-40B4-BE49-F238E27FC236}">
                <a16:creationId xmlns:a16="http://schemas.microsoft.com/office/drawing/2014/main" id="{541C985D-D825-4DEA-9C47-BF7509F8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582/1.261 lượt không citation — 46,2%</a:t>
            </a:r>
          </a:p>
        </p:txBody>
      </p:sp>
      <p:sp>
        <p:nvSpPr>
          <p:cNvPr id="14" name="decision-1">
            <a:extLst xmlns:a="http://schemas.openxmlformats.org/drawingml/2006/main">
              <a:ext uri="{FF2B5EF4-FFF2-40B4-BE49-F238E27FC236}">
                <a16:creationId xmlns:a16="http://schemas.microsoft.com/office/drawing/2014/main" id="{43E3CC12-0B3B-4B89-AFF3-D1F74D14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LOẠI</a:t>
            </a:r>
          </a:p>
        </p:txBody>
      </p:sp>
      <p:sp>
        <p:nvSpPr>
          <p:cNvPr id="15" name="reason-1">
            <a:extLst xmlns:a="http://schemas.openxmlformats.org/drawingml/2006/main">
              <a:ext uri="{FF2B5EF4-FFF2-40B4-BE49-F238E27FC236}">
                <a16:creationId xmlns:a16="http://schemas.microsoft.com/office/drawing/2014/main" id="{3C4D3A7E-02BD-4CF9-9E14-5722B247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Cần sửa pipeline retrieval</a:t>
            </a:r>
          </a:p>
        </p:txBody>
      </p:sp>
      <p:sp>
        <p:nvSpPr>
          <p:cNvPr id="16" name="row-2">
            <a:extLst xmlns:a="http://schemas.openxmlformats.org/drawingml/2006/main">
              <a:ext uri="{FF2B5EF4-FFF2-40B4-BE49-F238E27FC236}">
                <a16:creationId xmlns:a16="http://schemas.microsoft.com/office/drawing/2014/main" id="{E99C5063-8C5E-4ECE-A47F-CB3AFB3A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candidate-2">
            <a:extLst xmlns:a="http://schemas.openxmlformats.org/drawingml/2006/main">
              <a:ext uri="{FF2B5EF4-FFF2-40B4-BE49-F238E27FC236}">
                <a16:creationId xmlns:a16="http://schemas.microsoft.com/office/drawing/2014/main" id="{7FE46906-1D00-4D2E-BE41-4307E46F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Tutor chủ động kiểm tra hiểu bài</a:t>
            </a:r>
          </a:p>
        </p:txBody>
      </p:sp>
      <p:sp>
        <p:nvSpPr>
          <p:cNvPr id="18" name="evidence-2">
            <a:extLst xmlns:a="http://schemas.openxmlformats.org/drawingml/2006/main">
              <a:ext uri="{FF2B5EF4-FFF2-40B4-BE49-F238E27FC236}">
                <a16:creationId xmlns:a16="http://schemas.microsoft.com/office/drawing/2014/main" id="{34F336C4-BB55-4A93-85E5-00EDD9D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asked_check_question: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3/2.522 lượt</a:t>
            </a:r>
          </a:p>
        </p:txBody>
      </p:sp>
      <p:sp>
        <p:nvSpPr>
          <p:cNvPr id="19" name="decision-2">
            <a:extLst xmlns:a="http://schemas.openxmlformats.org/drawingml/2006/main">
              <a:ext uri="{FF2B5EF4-FFF2-40B4-BE49-F238E27FC236}">
                <a16:creationId xmlns:a16="http://schemas.microsoft.com/office/drawing/2014/main" id="{78CB3EC1-09F1-4DA9-8F56-7ECA6191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LOẠI</a:t>
            </a:r>
          </a:p>
        </p:txBody>
      </p:sp>
      <p:sp>
        <p:nvSpPr>
          <p:cNvPr id="20" name="reason-2">
            <a:extLst xmlns:a="http://schemas.openxmlformats.org/drawingml/2006/main">
              <a:ext uri="{FF2B5EF4-FFF2-40B4-BE49-F238E27FC236}">
                <a16:creationId xmlns:a16="http://schemas.microsoft.com/office/drawing/2014/main" id="{DA6EC18B-0D71-4298-8C4E-E7C4969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386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Khó định nghĩa “hiểu thật” nhanh</a:t>
            </a:r>
          </a:p>
        </p:txBody>
      </p:sp>
      <p:sp>
        <p:nvSpPr>
          <p:cNvPr id="21" name="why">
            <a:extLst xmlns:a="http://schemas.openxmlformats.org/drawingml/2006/main">
              <a:ext uri="{FF2B5EF4-FFF2-40B4-BE49-F238E27FC236}">
                <a16:creationId xmlns:a16="http://schemas.microsoft.com/office/drawing/2014/main" id="{81D67264-EB7D-433E-BE96-5ADB97D9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10744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hy-label">
            <a:extLst xmlns:a="http://schemas.openxmlformats.org/drawingml/2006/main">
              <a:ext uri="{FF2B5EF4-FFF2-40B4-BE49-F238E27FC236}">
                <a16:creationId xmlns:a16="http://schemas.microsoft.com/office/drawing/2014/main" id="{FF89F337-D1A0-4BB3-ADC7-9FD3414C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F1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1FC"/>
                </a:solidFill>
                <a:latin typeface="Arial"/>
                <a:ea typeface="Arial"/>
                <a:cs typeface="Arial"/>
              </a:rPr>
              <a:t>VÌ SAO CHỌN</a:t>
            </a:r>
          </a:p>
        </p:txBody>
      </p:sp>
      <p:sp>
        <p:nvSpPr>
          <p:cNvPr id="23" name="why-copy">
            <a:extLst xmlns:a="http://schemas.openxmlformats.org/drawingml/2006/main">
              <a:ext uri="{FF2B5EF4-FFF2-40B4-BE49-F238E27FC236}">
                <a16:creationId xmlns:a16="http://schemas.microsoft.com/office/drawing/2014/main" id="{60404217-20EC-46D0-8F94-4F2959AE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 rõ nhất từ khảo sát · 1 AI vision call · khớp trực tiếp prototype hiện có</a:t>
            </a:r>
          </a:p>
        </p:txBody>
      </p:sp>
    </p:spTree>
    <p:extLst>
      <p:ext uri="{BB962C8B-B14F-4D97-AF65-F5344CB8AC3E}">
        <p14:creationId xmlns:p14="http://schemas.microsoft.com/office/powerpoint/2010/main" val="1640182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F3DF062-CDC6-432F-B8F7-DD91290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Bấm vào hình — AI chỉ giải thích phần người học cần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F07BBBF-69F0-4D5E-8207-F7D976E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5EC41C4D-0B69-4C23-BF8F-0557F80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lution">
            <a:extLst xmlns:a="http://schemas.openxmlformats.org/drawingml/2006/main">
              <a:ext uri="{FF2B5EF4-FFF2-40B4-BE49-F238E27FC236}">
                <a16:creationId xmlns:a16="http://schemas.microsoft.com/office/drawing/2014/main" id="{CD6397B3-C179-488D-9B98-3A8C304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LÁT CẮT SẢN PHẨM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0FAF9B14-B11C-48E4-BCF9-6EB2F1BC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o-0">
            <a:extLst xmlns:a="http://schemas.openxmlformats.org/drawingml/2006/main">
              <a:ext uri="{FF2B5EF4-FFF2-40B4-BE49-F238E27FC236}">
                <a16:creationId xmlns:a16="http://schemas.microsoft.com/office/drawing/2014/main" id="{E0009749-D5F4-475A-985E-E838B0F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copy-0">
            <a:extLst xmlns:a="http://schemas.openxmlformats.org/drawingml/2006/main">
              <a:ext uri="{FF2B5EF4-FFF2-40B4-BE49-F238E27FC236}">
                <a16:creationId xmlns:a16="http://schemas.microsoft.com/office/drawing/2014/main" id="{8294EC18-1BD4-46B9-83C7-B2FD177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Bấm vào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vùng hình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1B69B8DA-DD4E-4E42-8E25-48981316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152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D519D272-05F1-4F55-B44D-5A901D65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step-no-1">
            <a:extLst xmlns:a="http://schemas.openxmlformats.org/drawingml/2006/main">
              <a:ext uri="{FF2B5EF4-FFF2-40B4-BE49-F238E27FC236}">
                <a16:creationId xmlns:a16="http://schemas.microsoft.com/office/drawing/2014/main" id="{E6B62F11-3A27-4861-8D78-837DB459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copy-1">
            <a:extLst xmlns:a="http://schemas.openxmlformats.org/drawingml/2006/main">
              <a:ext uri="{FF2B5EF4-FFF2-40B4-BE49-F238E27FC236}">
                <a16:creationId xmlns:a16="http://schemas.microsoft.com/office/drawing/2014/main" id="{98B64F29-5501-43F1-A7C5-897E8EBF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7167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Nhận diện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ranh giới</a:t>
            </a:r>
          </a:p>
        </p:txBody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31176929-BC82-4A38-80A1-F74FAD5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152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tep-2">
            <a:extLst xmlns:a="http://schemas.openxmlformats.org/drawingml/2006/main">
              <a:ext uri="{FF2B5EF4-FFF2-40B4-BE49-F238E27FC236}">
                <a16:creationId xmlns:a16="http://schemas.microsoft.com/office/drawing/2014/main" id="{2BDD77F3-2D36-4585-BF7A-F6B7F1B5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o-2">
            <a:extLst xmlns:a="http://schemas.openxmlformats.org/drawingml/2006/main">
              <a:ext uri="{FF2B5EF4-FFF2-40B4-BE49-F238E27FC236}">
                <a16:creationId xmlns:a16="http://schemas.microsoft.com/office/drawing/2014/main" id="{E6AB8D80-C32B-40E0-BCDE-65F63126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tep-copy-2">
            <a:extLst xmlns:a="http://schemas.openxmlformats.org/drawingml/2006/main">
              <a:ext uri="{FF2B5EF4-FFF2-40B4-BE49-F238E27FC236}">
                <a16:creationId xmlns:a16="http://schemas.microsoft.com/office/drawing/2014/main" id="{7B05802D-7DED-4796-BAE6-D7030AEC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7167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Giải thích theo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ngữ cảnh bài học</a:t>
            </a:r>
          </a:p>
        </p:txBody>
      </p:sp>
      <p:sp>
        <p:nvSpPr>
          <p:cNvPr id="16" name="arrow-2">
            <a:extLst xmlns:a="http://schemas.openxmlformats.org/drawingml/2006/main">
              <a:ext uri="{FF2B5EF4-FFF2-40B4-BE49-F238E27FC236}">
                <a16:creationId xmlns:a16="http://schemas.microsoft.com/office/drawing/2014/main" id="{E7305074-CEC7-4544-85B7-B7723B7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152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6079621F-E3EB-4B8F-A27B-F8A9989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o-3">
            <a:extLst xmlns:a="http://schemas.openxmlformats.org/drawingml/2006/main">
              <a:ext uri="{FF2B5EF4-FFF2-40B4-BE49-F238E27FC236}">
                <a16:creationId xmlns:a16="http://schemas.microsoft.com/office/drawing/2014/main" id="{34FBD498-00A9-4C7A-AF91-B15159E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step-copy-3">
            <a:extLst xmlns:a="http://schemas.openxmlformats.org/drawingml/2006/main">
              <a:ext uri="{FF2B5EF4-FFF2-40B4-BE49-F238E27FC236}">
                <a16:creationId xmlns:a16="http://schemas.microsoft.com/office/drawing/2014/main" id="{87F56077-2123-4AED-B331-6A0EBD1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71675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Trả về trang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+ citation</a:t>
            </a:r>
          </a:p>
        </p:txBody>
      </p:sp>
      <p:sp>
        <p:nvSpPr>
          <p:cNvPr id="20" name="augment">
            <a:extLst xmlns:a="http://schemas.openxmlformats.org/drawingml/2006/main">
              <a:ext uri="{FF2B5EF4-FFF2-40B4-BE49-F238E27FC236}">
                <a16:creationId xmlns:a16="http://schemas.microsoft.com/office/drawing/2014/main" id="{1FC25530-BF24-416C-AFBB-C39896A6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AUTOMATION: AUGMENT</a:t>
            </a:r>
          </a:p>
        </p:txBody>
      </p:sp>
      <p:sp>
        <p:nvSpPr>
          <p:cNvPr id="21" name="augment-copy">
            <a:extLst xmlns:a="http://schemas.openxmlformats.org/drawingml/2006/main">
              <a:ext uri="{FF2B5EF4-FFF2-40B4-BE49-F238E27FC236}">
                <a16:creationId xmlns:a16="http://schemas.microsoft.com/office/drawing/2014/main" id="{E41A34BD-8A96-432A-9862-C1D3E1E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phải kèm vùng ảnh, trang đọc và citation để người học tự kiểm tra.</a:t>
            </a:r>
          </a:p>
        </p:txBody>
      </p:sp>
      <p:sp>
        <p:nvSpPr>
          <p:cNvPr id="22" name="case-good">
            <a:extLst xmlns:a="http://schemas.openxmlformats.org/drawingml/2006/main">
              <a:ext uri="{FF2B5EF4-FFF2-40B4-BE49-F238E27FC236}">
                <a16:creationId xmlns:a16="http://schemas.microsoft.com/office/drawing/2014/main" id="{511FE2EA-EC72-4025-9DAB-06D780D0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76600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good-label">
            <a:extLst xmlns:a="http://schemas.openxmlformats.org/drawingml/2006/main">
              <a:ext uri="{FF2B5EF4-FFF2-40B4-BE49-F238E27FC236}">
                <a16:creationId xmlns:a16="http://schemas.microsoft.com/office/drawing/2014/main" id="{E3B534A8-E35D-4550-8F7F-3CEEA75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B76A"/>
                </a:solidFill>
                <a:latin typeface="Arial"/>
                <a:ea typeface="Arial"/>
                <a:cs typeface="Arial"/>
              </a:rPr>
              <a:t>CASE CHUẨN  ·  C23</a:t>
            </a:r>
          </a:p>
        </p:txBody>
      </p:sp>
      <p:sp>
        <p:nvSpPr>
          <p:cNvPr id="24" name="good-title">
            <a:extLst xmlns:a="http://schemas.openxmlformats.org/drawingml/2006/main">
              <a:ext uri="{FF2B5EF4-FFF2-40B4-BE49-F238E27FC236}">
                <a16:creationId xmlns:a16="http://schemas.microsoft.com/office/drawing/2014/main" id="{B9495299-82BF-4195-BFB9-BF0E1CD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≈ 500 × 338 px</a:t>
            </a:r>
          </a:p>
        </p:txBody>
      </p:sp>
      <p:sp>
        <p:nvSpPr>
          <p:cNvPr id="25" name="good-copy">
            <a:extLst xmlns:a="http://schemas.openxmlformats.org/drawingml/2006/main">
              <a:ext uri="{FF2B5EF4-FFF2-40B4-BE49-F238E27FC236}">
                <a16:creationId xmlns:a16="http://schemas.microsoft.com/office/drawing/2014/main" id="{D5173E84-3F8D-485B-9C88-10F89E41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Bấm giữa sơ đồ → nhận đúng vùng → giải thích + citation</a:t>
            </a:r>
          </a:p>
        </p:txBody>
      </p:sp>
      <p:sp>
        <p:nvSpPr>
          <p:cNvPr id="26" name="case-hard">
            <a:extLst xmlns:a="http://schemas.openxmlformats.org/drawingml/2006/main">
              <a:ext uri="{FF2B5EF4-FFF2-40B4-BE49-F238E27FC236}">
                <a16:creationId xmlns:a16="http://schemas.microsoft.com/office/drawing/2014/main" id="{E4F507BE-551B-4850-9E78-BA6E29CB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hard-label">
            <a:extLst xmlns:a="http://schemas.openxmlformats.org/drawingml/2006/main">
              <a:ext uri="{FF2B5EF4-FFF2-40B4-BE49-F238E27FC236}">
                <a16:creationId xmlns:a16="http://schemas.microsoft.com/office/drawing/2014/main" id="{603663EC-730F-46C5-8997-D35DDDB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CHỖ KHÓ  ·  C04</a:t>
            </a:r>
          </a:p>
        </p:txBody>
      </p:sp>
      <p:sp>
        <p:nvSpPr>
          <p:cNvPr id="28" name="hard-title">
            <a:extLst xmlns:a="http://schemas.openxmlformats.org/drawingml/2006/main">
              <a:ext uri="{FF2B5EF4-FFF2-40B4-BE49-F238E27FC236}">
                <a16:creationId xmlns:a16="http://schemas.microsoft.com/office/drawing/2014/main" id="{4A66E46E-F62F-480A-922C-7957857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≈ 1% diện tích</a:t>
            </a:r>
          </a:p>
        </p:txBody>
      </p:sp>
      <p:sp>
        <p:nvSpPr>
          <p:cNvPr id="29" name="hard-copy">
            <a:extLst xmlns:a="http://schemas.openxmlformats.org/drawingml/2006/main">
              <a:ext uri="{FF2B5EF4-FFF2-40B4-BE49-F238E27FC236}">
                <a16:creationId xmlns:a16="http://schemas.microsoft.com/office/drawing/2014/main" id="{A54B112A-8546-4272-908F-D7E11F6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5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Khe quá hẹp → hỏi “Khoanh rộng hơn” → không gửi dữ liệu, không đoán</a:t>
            </a:r>
          </a:p>
        </p:txBody>
      </p:sp>
    </p:spTree>
    <p:extLst>
      <p:ext uri="{BB962C8B-B14F-4D97-AF65-F5344CB8AC3E}">
        <p14:creationId xmlns:p14="http://schemas.microsoft.com/office/powerpoint/2010/main" val="1853157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25233D5A-812D-4B3F-97F1-397FA547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Lượt chạy 03 vượt quality bar, nhưng guardrail còn hở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BFF2B0CA-07C7-4B95-B760-3B998A3E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ccent-4">
            <a:extLst xmlns:a="http://schemas.openxmlformats.org/drawingml/2006/main">
              <a:ext uri="{FF2B5EF4-FFF2-40B4-BE49-F238E27FC236}">
                <a16:creationId xmlns:a16="http://schemas.microsoft.com/office/drawing/2014/main" id="{BA11F345-6301-468A-8974-29F53465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r-label">
            <a:extLst xmlns:a="http://schemas.openxmlformats.org/drawingml/2006/main">
              <a:ext uri="{FF2B5EF4-FFF2-40B4-BE49-F238E27FC236}">
                <a16:creationId xmlns:a16="http://schemas.microsoft.com/office/drawing/2014/main" id="{BB628F54-A813-4C06-B97D-1CA942A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QUALITY BAR</a:t>
            </a:r>
          </a:p>
        </p:txBody>
      </p:sp>
      <p:sp>
        <p:nvSpPr>
          <p:cNvPr id="5" name="bar-copy">
            <a:extLst xmlns:a="http://schemas.openxmlformats.org/drawingml/2006/main">
              <a:ext uri="{FF2B5EF4-FFF2-40B4-BE49-F238E27FC236}">
                <a16:creationId xmlns:a16="http://schemas.microsoft.com/office/drawing/2014/main" id="{D7B46FC5-B4AB-40D0-A39B-699FCB79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≥ 80% case đạt  ·  0 bịa nội dung khi thiếu căn cứ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347CEF96-3128-49E4-A29C-5AC87E4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D35E1B8E-CFFB-44F2-AA31-BE256F7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55/55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BE4D9D8A-A1A5-4323-B805-E4A893F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case đã chạy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F688D9F7-8079-4C48-B13A-5AACFDB3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52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D6945E69-D75D-45D8-B58C-4954B71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52/55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F65589B-603C-4C2D-A80A-B120DF2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908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case đạt toàn bộ điều kiện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206C48DD-80AE-4DA1-A3AF-86BAF40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52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2A71CFAE-71EF-4A73-93E7-39879247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8E1E8B7-30B6-4246-98F3-D725F05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908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90/95 điều kiện đạt</a:t>
            </a:r>
          </a:p>
        </p:txBody>
      </p:sp>
      <p:sp>
        <p:nvSpPr>
          <p:cNvPr id="15" name="metric-3">
            <a:extLst xmlns:a="http://schemas.openxmlformats.org/drawingml/2006/main">
              <a:ext uri="{FF2B5EF4-FFF2-40B4-BE49-F238E27FC236}">
                <a16:creationId xmlns:a16="http://schemas.microsoft.com/office/drawing/2014/main" id="{202E7109-0D1D-4FFD-B349-8F0C71F6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EE72F8FE-9843-492B-A459-DA4F8D5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CDD99F1-678A-4C4E-AF67-7F6DDEC8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908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lỗi quota 429</a:t>
            </a:r>
          </a:p>
        </p:txBody>
      </p:sp>
      <p:sp>
        <p:nvSpPr>
          <p:cNvPr id="18" name="failure">
            <a:extLst xmlns:a="http://schemas.openxmlformats.org/drawingml/2006/main">
              <a:ext uri="{FF2B5EF4-FFF2-40B4-BE49-F238E27FC236}">
                <a16:creationId xmlns:a16="http://schemas.microsoft.com/office/drawing/2014/main" id="{999B5FF5-FDEB-4438-B1D1-587E122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0744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19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381F270-2104-4296-BEE4-DB59DF8D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FAILURE ĐÁNG KỂ NHẤT</a:t>
            </a:r>
          </a:p>
        </p:txBody>
      </p:sp>
      <p:sp>
        <p:nvSpPr>
          <p:cNvPr id="20" name="failure-case">
            <a:extLst xmlns:a="http://schemas.openxmlformats.org/drawingml/2006/main">
              <a:ext uri="{FF2B5EF4-FFF2-40B4-BE49-F238E27FC236}">
                <a16:creationId xmlns:a16="http://schemas.microsoft.com/office/drawing/2014/main" id="{0AC7FF45-E41C-4A2A-9F4A-F9183C47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C28 &amp; L10</a:t>
            </a:r>
          </a:p>
        </p:txBody>
      </p:sp>
      <p:sp>
        <p:nvSpPr>
          <p:cNvPr id="21" name="failure-desc">
            <a:extLst xmlns:a="http://schemas.openxmlformats.org/drawingml/2006/main">
              <a:ext uri="{FF2B5EF4-FFF2-40B4-BE49-F238E27FC236}">
                <a16:creationId xmlns:a16="http://schemas.microsoft.com/office/drawing/2014/main" id="{0BD66F64-146A-437D-8D9B-344DD17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Yêu cầu “đọc hết / tóm tắt tài liệu” chưa bị chặn đúng.</a:t>
            </a:r>
          </a:p>
        </p:txBody>
      </p:sp>
      <p:sp>
        <p:nvSpPr>
          <p:cNvPr id="22" name="failure-cause">
            <a:extLst xmlns:a="http://schemas.openxmlformats.org/drawingml/2006/main">
              <a:ext uri="{FF2B5EF4-FFF2-40B4-BE49-F238E27FC236}">
                <a16:creationId xmlns:a16="http://schemas.microsoft.com/office/drawing/2014/main" id="{9D0403F9-A915-43F1-BB5F-815EEF3E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Nguyên nhân: guardrail chưa bao quát các cách diễn đạt tương đương.</a:t>
            </a:r>
          </a:p>
        </p:txBody>
      </p:sp>
      <p:sp>
        <p:nvSpPr>
          <p:cNvPr id="23" name="failure-fix">
            <a:extLst xmlns:a="http://schemas.openxmlformats.org/drawingml/2006/main">
              <a:ext uri="{FF2B5EF4-FFF2-40B4-BE49-F238E27FC236}">
                <a16:creationId xmlns:a16="http://schemas.microsoft.com/office/drawing/2014/main" id="{F9C96734-A8C8-437A-A59F-BB7380D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Đã sửa guardrail — cần lượt 04 để xác nhận lại.</a:t>
            </a:r>
          </a:p>
        </p:txBody>
      </p:sp>
    </p:spTree>
    <p:extLst>
      <p:ext uri="{BB962C8B-B14F-4D97-AF65-F5344CB8AC3E}">
        <p14:creationId xmlns:p14="http://schemas.microsoft.com/office/powerpoint/2010/main" val="304096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72F801F8-7C3E-4F7A-BD23-59CD9C8B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User thật nói gì?</a:t>
            </a:r>
          </a:p>
        </p:txBody>
      </p:sp>
    </p:spTree>
    <p:extLst>
      <p:ext uri="{BB962C8B-B14F-4D97-AF65-F5344CB8AC3E}">
        <p14:creationId xmlns:p14="http://schemas.microsoft.com/office/powerpoint/2010/main" val="138649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1FA9FC87-8931-4E1E-A302-E0B441BF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Nếu có thêm 1 tuần: xác nhận độ tin cậy, không chỉ tăng điểm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1B6B339E-D23B-4779-8AC4-55ABD92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ccent-6">
            <a:extLst xmlns:a="http://schemas.openxmlformats.org/drawingml/2006/main">
              <a:ext uri="{FF2B5EF4-FFF2-40B4-BE49-F238E27FC236}">
                <a16:creationId xmlns:a16="http://schemas.microsoft.com/office/drawing/2014/main" id="{07984C5F-654C-49B8-A66C-FE5EE6C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4B6FBED1-C208-461C-9788-D1A40C4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rio-0">
            <a:extLst xmlns:a="http://schemas.openxmlformats.org/drawingml/2006/main">
              <a:ext uri="{FF2B5EF4-FFF2-40B4-BE49-F238E27FC236}">
                <a16:creationId xmlns:a16="http://schemas.microsoft.com/office/drawing/2014/main" id="{2E54DB96-54D0-4C3A-B03F-DD69336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Chạy lại toàn bộ</a:t>
            </a:r>
          </a:p>
        </p:txBody>
      </p:sp>
      <p:sp>
        <p:nvSpPr>
          <p:cNvPr id="6" name="prio-desc-0">
            <a:extLst xmlns:a="http://schemas.openxmlformats.org/drawingml/2006/main">
              <a:ext uri="{FF2B5EF4-FFF2-40B4-BE49-F238E27FC236}">
                <a16:creationId xmlns:a16="http://schemas.microsoft.com/office/drawing/2014/main" id="{30675194-FCC9-492C-8587-CD7833A5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Lượt 04 trên 55 case sau khi sửa guardrail.</a:t>
            </a:r>
          </a:p>
        </p:txBody>
      </p:sp>
      <p:sp>
        <p:nvSpPr>
          <p:cNvPr id="7" name="prio-rule-0">
            <a:extLst xmlns:a="http://schemas.openxmlformats.org/drawingml/2006/main">
              <a:ext uri="{FF2B5EF4-FFF2-40B4-BE49-F238E27FC236}">
                <a16:creationId xmlns:a16="http://schemas.microsoft.com/office/drawing/2014/main" id="{BB281438-D4E7-48E3-AE39-48B692F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7BDB6D9C-33AB-4476-8739-D5A3DA7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io-1">
            <a:extLst xmlns:a="http://schemas.openxmlformats.org/drawingml/2006/main">
              <a:ext uri="{FF2B5EF4-FFF2-40B4-BE49-F238E27FC236}">
                <a16:creationId xmlns:a16="http://schemas.microsoft.com/office/drawing/2014/main" id="{64B4F793-B547-4CC4-9D53-5487DFBF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Chấm độc lập</a:t>
            </a:r>
          </a:p>
        </p:txBody>
      </p:sp>
      <p:sp>
        <p:nvSpPr>
          <p:cNvPr id="10" name="prio-desc-1">
            <a:extLst xmlns:a="http://schemas.openxmlformats.org/drawingml/2006/main">
              <a:ext uri="{FF2B5EF4-FFF2-40B4-BE49-F238E27FC236}">
                <a16:creationId xmlns:a16="http://schemas.microsoft.com/office/drawing/2014/main" id="{16B5108B-D817-4521-9CC2-F1BEA98A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Hai người chấm G/S/H/C; ghi rõ người chấm và case bất đồng.</a:t>
            </a:r>
          </a:p>
        </p:txBody>
      </p:sp>
      <p:sp>
        <p:nvSpPr>
          <p:cNvPr id="11" name="prio-rule-1">
            <a:extLst xmlns:a="http://schemas.openxmlformats.org/drawingml/2006/main">
              <a:ext uri="{FF2B5EF4-FFF2-40B4-BE49-F238E27FC236}">
                <a16:creationId xmlns:a16="http://schemas.microsoft.com/office/drawing/2014/main" id="{3E050DF8-3ADB-4EEA-BEBB-11FCEDB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4B71BC8D-1B95-4CA3-BDFB-8FC8170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rio-2">
            <a:extLst xmlns:a="http://schemas.openxmlformats.org/drawingml/2006/main">
              <a:ext uri="{FF2B5EF4-FFF2-40B4-BE49-F238E27FC236}">
                <a16:creationId xmlns:a16="http://schemas.microsoft.com/office/drawing/2014/main" id="{F65BAD26-1EE9-4380-AE13-E7E473B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Ổn định trải nghiệm</a:t>
            </a:r>
          </a:p>
        </p:txBody>
      </p:sp>
      <p:sp>
        <p:nvSpPr>
          <p:cNvPr id="14" name="prio-desc-2">
            <a:extLst xmlns:a="http://schemas.openxmlformats.org/drawingml/2006/main">
              <a:ext uri="{FF2B5EF4-FFF2-40B4-BE49-F238E27FC236}">
                <a16:creationId xmlns:a16="http://schemas.microsoft.com/office/drawing/2014/main" id="{A9D50AC4-85ED-4631-910A-9F080D1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Đo lại model stable; bổ sung streaming vì p90 ≈ 14.971 ms.</a:t>
            </a:r>
          </a:p>
        </p:txBody>
      </p:sp>
      <p:sp>
        <p:nvSpPr>
          <p:cNvPr id="15" name="lesson">
            <a:extLst xmlns:a="http://schemas.openxmlformats.org/drawingml/2006/main">
              <a:ext uri="{FF2B5EF4-FFF2-40B4-BE49-F238E27FC236}">
                <a16:creationId xmlns:a16="http://schemas.microsoft.com/office/drawing/2014/main" id="{4409ECDC-3C42-4D0C-ABFD-EAF8E6E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744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esson-label">
            <a:extLst xmlns:a="http://schemas.openxmlformats.org/drawingml/2006/main">
              <a:ext uri="{FF2B5EF4-FFF2-40B4-BE49-F238E27FC236}">
                <a16:creationId xmlns:a16="http://schemas.microsoft.com/office/drawing/2014/main" id="{78FDA949-B059-42DE-A823-B9782B7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F1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1FC"/>
                </a:solidFill>
                <a:latin typeface="Arial"/>
                <a:ea typeface="Arial"/>
                <a:cs typeface="Arial"/>
              </a:rPr>
              <a:t>BÀI HỌC LỚN NHẤT</a:t>
            </a:r>
          </a:p>
        </p:txBody>
      </p:sp>
      <p:sp>
        <p:nvSpPr>
          <p:cNvPr id="17" name="lesson-copy">
            <a:extLst xmlns:a="http://schemas.openxmlformats.org/drawingml/2006/main">
              <a:ext uri="{FF2B5EF4-FFF2-40B4-BE49-F238E27FC236}">
                <a16:creationId xmlns:a16="http://schemas.microsoft.com/office/drawing/2014/main" id="{C14C4445-A83C-4FA0-ADB4-B9628645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05425"/>
            <a:ext cx="784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Chatlog thật tìm ra lỗi guardrail mà case tự nghĩ bỏ sót. Điểm đẹp chưa đủ — phải test bằng dữ liệu thật và công khai failure.</a:t>
            </a:r>
          </a:p>
        </p:txBody>
      </p:sp>
    </p:spTree>
    <p:extLst>
      <p:ext uri="{BB962C8B-B14F-4D97-AF65-F5344CB8AC3E}">
        <p14:creationId xmlns:p14="http://schemas.microsoft.com/office/powerpoint/2010/main" val="212430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2026-07-30T15:14:50.0440000Z</dcterms:created>
  <dcterms:modified xsi:type="dcterms:W3CDTF">2026-07-30T15:14:50.0450000Z</dcterms:modified>
</coreProperties>
</file>